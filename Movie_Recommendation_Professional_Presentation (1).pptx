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CC3CB-9B3D-4C5C-86E2-1EC82DFBCE5D}" v="209" dt="2026-09-30T14:06:46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DCDC"/>
                </a:solidFill>
              </a:defRPr>
            </a:pPr>
            <a:r>
              <a:t>Content-Based Recommendation using TF-IDF &amp;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INTERNSHIP PROJECT • PROJECT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64008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rPr dirty="0"/>
              <a:t>Name: </a:t>
            </a:r>
            <a:endParaRPr lang="en-US" dirty="0"/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rPr lang="en-US" dirty="0"/>
              <a:t>JOEL PRINCETON CHEELI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C"/>
                </a:solidFill>
              </a:defRPr>
            </a:pPr>
            <a:r>
              <a:t>Naviotech Solution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the system does and why it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Recommends movies similar to a movie selected by the user.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Uses movie metadata such as genres, keywords, tagline, cast and director.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Converts combined text metadata into TF-IDF vectors.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Ranks movies using cosine similarity and returns the top matches.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The completed notebook was tested successfully with the query “Avatar”.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Recommendation systems help users navigate large catalogs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238"/>
                </a:solidFill>
              </a:defRPr>
            </a:pPr>
            <a:r>
              <a:t>A catalog containing thousands of movies can make it difficult to discover relevant titles manually.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424160" cy="20672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Goal: recommend relevant movies without requiring user ratings.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 Approach: compare content descriptions rather than relying on collaborative user history.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 Output: a ranked list of movies with similarity scores.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goals of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Load and inspect the supplied movie dataset.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Handle missing metadata in selected text features.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Create a combined text representation for every movie.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Extract TF-IDF features and compute cosine similarity.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Return top-N recommendations for a user-provided title.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Supplied dataset used in the internship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MOVIES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20665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4,803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46888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75688"/>
            <a:ext cx="20665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A580C"/>
                </a:solidFill>
              </a:defRPr>
            </a:pPr>
            <a: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265176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TF-IDF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75688"/>
            <a:ext cx="22494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17,318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08760"/>
            <a:ext cx="22860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8" y="1673351"/>
            <a:ext cx="1883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SIMILARITY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075688"/>
            <a:ext cx="18836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238"/>
                </a:solidFill>
              </a:defRPr>
            </a:pPr>
            <a:r>
              <a:t>4,803²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417320"/>
            <a:ext cx="10424160" cy="29084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endParaRPr lang="en-US" dirty="0"/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Selected text fields: genres, keywords, tagline, cast and director.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 Missing values in these fields are replaced with empty strings.</a:t>
            </a:r>
            <a:endParaRPr dirty="0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  <a:defRPr sz="1900">
                <a:solidFill>
                  <a:srgbClr val="1E293B"/>
                </a:solidFill>
              </a:defRPr>
            </a:pPr>
            <a:r>
              <a:rPr dirty="0"/>
              <a:t>The selected fields are concatenated into one combined feature string.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End-to-end content-based recommendation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45059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Movie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1" y="2487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2402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245059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Clean / fill 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2487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2402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245059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Combine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487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2402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245059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TF-IDF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8372421" y="31947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7472" y="36880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71381" y="3871178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 rot="10800000">
            <a:off x="7267521" y="396218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68808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30952" y="3914721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Rank top-N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37" y="4901837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TF-IDF gives more weight to informative terms, while cosine similarity measures how closely two movie vectors point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Core technologies and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Python with pandas for data loading and preprocessing.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scikit-learn TfidfVectorizer for text feature extraction.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scikit-learn cosine_similarity for pairwise similarity.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difflib.get_close_matches provides tolerant title matching.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A reusable recommend_movies(movie_name, n=10) function produces ranked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Execution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Successful run using the supplied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743200" cy="137160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DATASET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(4803, 24)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17320"/>
            <a:ext cx="2743200" cy="137160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5928" y="15819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TF-IDF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198424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9999"/>
                </a:solidFill>
              </a:defRPr>
            </a:pPr>
            <a:r>
              <a:t>(4803, 17318)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17320"/>
            <a:ext cx="2743200" cy="1371600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15819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SIMILARITY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84248"/>
            <a:ext cx="23408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238"/>
                </a:solidFill>
              </a:defRPr>
            </a:pPr>
            <a:r>
              <a:t>(4803, 4803)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t>Test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999"/>
                </a:solidFill>
              </a:defRPr>
            </a:pPr>
            <a:r>
              <a:t>Avatar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t>Matched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999"/>
                </a:solidFill>
              </a:defRPr>
            </a:pPr>
            <a:r>
              <a:t>Avatar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t>Top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118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</a:defRPr>
            </a:pPr>
            <a:r>
              <a:t>Alien • Aliens • Guardians of the Galaxy</a:t>
            </a:r>
            <a:br/>
            <a:r>
              <a:t>Star Trek Beyond • Star Trek Into Darkness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Recommendation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Top 10 results for the query “Avatar”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5087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Alien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2679" y="1519803"/>
            <a:ext cx="935161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rPr lang="en-US" dirty="0"/>
              <a:t>0.249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2221992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3134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Aliens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201" y="2335519"/>
            <a:ext cx="802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0.248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26664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118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Guardians of the Galaxy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6244" y="3129147"/>
            <a:ext cx="791596" cy="303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0.245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31336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41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22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Star Trek Beyond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766" y="3933819"/>
            <a:ext cx="7860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0.204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36008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457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72744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Star Trek Into Darkness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766" y="4738491"/>
            <a:ext cx="78607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0.201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417320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15270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15087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Galaxy 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97823" y="1514281"/>
            <a:ext cx="8578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0.197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221992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331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7" y="23134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Alien³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3345" y="2324475"/>
            <a:ext cx="852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0.180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026664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1363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7" y="3118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Cargo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388" y="3123625"/>
            <a:ext cx="8412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0.176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3831336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3941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3922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Trekkies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9910" y="3928297"/>
            <a:ext cx="8357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0.174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4636008"/>
            <a:ext cx="5029200" cy="612648"/>
          </a:xfrm>
          <a:prstGeom prst="roundRect">
            <a:avLst/>
          </a:prstGeom>
          <a:solidFill>
            <a:srgbClr val="F2F6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7457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999"/>
                </a:solidFill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7" y="472744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Gravity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5432" y="4732969"/>
            <a:ext cx="830248" cy="30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62238"/>
                </a:solidFill>
              </a:defRPr>
            </a:pPr>
            <a:r>
              <a:t>0.174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Why the Results Make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Interpretation of the recommendation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The system compares metadata, not plot summaries or user ratings.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Science-fiction / space-oriented metadata can produce strong similarity with Avatar.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Similarity scores are relative to the selected movie; they are not ratings or quality scores.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The method is deterministic for the supplied dataset and preprocessing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Strengths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the implemented approach handles well—and where it can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Simple and explainable content-based method.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No user-history data is required.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Fast lookup after similarity computation.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Tolerant title matching improves usability.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Recommendations depend heavily on available metadata.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Cold-start for a new movie remains a challenge.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Full similarity matrix can be memory-intensive at larger scale.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No personalization from individual user preferences.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Add user ratings and collaborative filtering for personalization.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Use weighted features so genres/director can contribute differently.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Add a web interface with search and recommendation controls.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Use approximate nearest-neighbor methods for larger catalogs.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• Evaluate recommendation quality with offline ranking metrics and user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238"/>
                </a:solidFill>
              </a:defRPr>
            </a:pPr>
            <a:r>
              <a:t>A working content-based movie recommender was implemented and tested successfully.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4,803 movies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17,318 TF-IDF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0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Cosine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999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743200"/>
            <a:ext cx="196596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295351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238"/>
                </a:solidFill>
              </a:defRPr>
            </a:pPr>
            <a:r>
              <a:t>Top-10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The final notebook produces ranked recommendations for a supplied title and records the intermediate feature dimensions and similarity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999"/>
                </a:solidFill>
              </a:defRPr>
            </a:pPr>
            <a:r>
              <a:t>Movie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2238"/>
                </a:solidFill>
              </a:defRPr>
            </a:pPr>
            <a:r>
              <a:t>Internship Project • Naviotech Solution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33</cp:revision>
  <dcterms:created xsi:type="dcterms:W3CDTF">2013-01-27T09:14:16Z</dcterms:created>
  <dcterms:modified xsi:type="dcterms:W3CDTF">2026-09-30T14:07:13Z</dcterms:modified>
  <cp:category/>
</cp:coreProperties>
</file>