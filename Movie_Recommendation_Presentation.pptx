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Movie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/>
              <a:t>Internship Project</a:t>
            </a:r>
          </a:p>
          <a:p>
            <a:r>
              <a:rPr sz="2800"/>
              <a:t>Content-Based Recommendation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Recommendation systems personalize content discovery</a:t>
            </a:r>
          </a:p>
          <a:p>
            <a:r>
              <a:rPr sz="2200"/>
              <a:t>• This project recommends movies similar to a selected title</a:t>
            </a:r>
          </a:p>
          <a:p>
            <a:r>
              <a:rPr sz="2200"/>
              <a:t>• Uses movie metadata rather than user ratings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Users face difficulty choosing from a large movie catalogue</a:t>
            </a:r>
          </a:p>
          <a:p>
            <a:r>
              <a:rPr sz="2200"/>
              <a:t>• Build an automated system that identifies similar movies</a:t>
            </a:r>
          </a:p>
          <a:p>
            <a:r>
              <a:rPr sz="2200"/>
              <a:t>• Accept a movie title and return ranked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Prepare movie metadata for modelling</a:t>
            </a:r>
          </a:p>
          <a:p>
            <a:r>
              <a:rPr sz="2200"/>
              <a:t>• Convert text information into numerical features</a:t>
            </a:r>
          </a:p>
          <a:p>
            <a:r>
              <a:rPr sz="2200"/>
              <a:t>• Measure movie similarity</a:t>
            </a:r>
          </a:p>
          <a:p>
            <a:r>
              <a:rPr sz="2200"/>
              <a:t>• Generate useful top-N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4.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Supplied movies.csv dataset</a:t>
            </a:r>
          </a:p>
          <a:p>
            <a:r>
              <a:rPr sz="2200"/>
              <a:t>• Contains movie titles and metadata</a:t>
            </a:r>
          </a:p>
          <a:p>
            <a:r>
              <a:rPr sz="2200"/>
              <a:t>• Features used: genres, keywords, tagline, cast, director</a:t>
            </a:r>
          </a:p>
          <a:p>
            <a:r>
              <a:rPr sz="2200"/>
              <a:t>• Missing metadata is replaced with empty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5.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Combine selected metadata into one text field</a:t>
            </a:r>
          </a:p>
          <a:p>
            <a:r>
              <a:rPr sz="2200"/>
              <a:t>• Apply TF-IDF vectorization</a:t>
            </a:r>
          </a:p>
          <a:p>
            <a:r>
              <a:rPr sz="2200"/>
              <a:t>• Calculate cosine similarity between movie vectors</a:t>
            </a:r>
          </a:p>
          <a:p>
            <a:r>
              <a:rPr sz="2200"/>
              <a:t>• Use fuzzy matching to identify the requested title</a:t>
            </a:r>
          </a:p>
          <a:p>
            <a:r>
              <a:rPr sz="2200"/>
              <a:t>• Rank and return the most similar movies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6.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TF-IDF represents the importance of words in each movie description</a:t>
            </a:r>
          </a:p>
          <a:p>
            <a:r>
              <a:rPr sz="2200"/>
              <a:t>• Common words receive lower importance</a:t>
            </a:r>
          </a:p>
          <a:p>
            <a:r>
              <a:rPr sz="2200"/>
              <a:t>• Distinctive metadata terms receive higher importance</a:t>
            </a:r>
          </a:p>
          <a:p>
            <a:r>
              <a:rPr sz="2200"/>
              <a:t>• Output is a sparse numerical feature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7. 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Measures the angle between two TF-IDF vectors</a:t>
            </a:r>
          </a:p>
          <a:p>
            <a:r>
              <a:rPr sz="2200"/>
              <a:t>• Higher similarity means more similar metadata</a:t>
            </a:r>
          </a:p>
          <a:p>
            <a:r>
              <a:rPr sz="2200"/>
              <a:t>• Similarity scores are used to rank candidate movies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8.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Python, Pandas, NumPy</a:t>
            </a:r>
          </a:p>
          <a:p>
            <a:r>
              <a:rPr sz="2200"/>
              <a:t>• Scikit-learn TfidfVectorizer and cosine_similarity</a:t>
            </a:r>
          </a:p>
          <a:p>
            <a:r>
              <a:rPr sz="2200"/>
              <a:t>• difflib handles close title matches</a:t>
            </a:r>
          </a:p>
          <a:p>
            <a:r>
              <a:rPr sz="2200"/>
              <a:t>• Notebook includes an executable Avatar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9.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System successfully builds a similarity matrix from the supplied dataset</a:t>
            </a:r>
          </a:p>
          <a:p>
            <a:r>
              <a:rPr sz="2200"/>
              <a:t>• For a sample title, it returns a ranked list of similar movies</a:t>
            </a:r>
          </a:p>
          <a:p>
            <a:r>
              <a:rPr sz="2200"/>
              <a:t>• Each recommendation includes a similarity score for 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10.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Advantages: simple, interpretable, no user history required</a:t>
            </a:r>
          </a:p>
          <a:p>
            <a:r>
              <a:rPr sz="2200"/>
              <a:t>Limitations: depends on metadata quality; does not learn personal preferences or ratings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11.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Add collaborative filtering and user ratings</a:t>
            </a:r>
          </a:p>
          <a:p>
            <a:r>
              <a:rPr sz="2200"/>
              <a:t>• Build a web interface</a:t>
            </a:r>
          </a:p>
          <a:p>
            <a:r>
              <a:rPr sz="2200"/>
              <a:t>• Add genre/year/language filters</a:t>
            </a:r>
          </a:p>
          <a:p>
            <a:r>
              <a:rPr sz="2200"/>
              <a:t>• Use embeddings for richer semantic similarity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The project demonstrates an end-to-end content-based recommendation pipeline using text preprocessing, TF-IDF representation, cosine similarity, and title matching.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